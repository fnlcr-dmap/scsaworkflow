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1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B2BB"/>
    <a:srgbClr val="EEE5BB"/>
    <a:srgbClr val="C3E5F7"/>
    <a:srgbClr val="A1D5CC"/>
    <a:srgbClr val="B8D6C2"/>
    <a:srgbClr val="D5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10"/>
    <p:restoredTop sz="94694"/>
  </p:normalViewPr>
  <p:slideViewPr>
    <p:cSldViewPr snapToGrid="0">
      <p:cViewPr>
        <p:scale>
          <a:sx n="231" d="100"/>
          <a:sy n="231" d="100"/>
        </p:scale>
        <p:origin x="-224" y="-5048"/>
      </p:cViewPr>
      <p:guideLst>
        <p:guide orient="horz" pos="3168"/>
        <p:guide pos="1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6B6A1-1A0A-EC40-989B-D93977CB3F62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D6F02-932B-1740-80C6-9B55B5DDA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66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D6F02-932B-1740-80C6-9B55B5DDA8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19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3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4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6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3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9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84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7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3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97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5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6141A-5E96-6244-894D-744D30E8059F}" type="datetimeFigureOut"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D0DC6-3BC2-AF44-99DF-A12644A325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0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boxes">
            <a:extLst>
              <a:ext uri="{FF2B5EF4-FFF2-40B4-BE49-F238E27FC236}">
                <a16:creationId xmlns:a16="http://schemas.microsoft.com/office/drawing/2014/main" id="{CB7FFC42-D551-59E5-DD5F-0225C3D3E285}"/>
              </a:ext>
            </a:extLst>
          </p:cNvPr>
          <p:cNvGrpSpPr/>
          <p:nvPr/>
        </p:nvGrpSpPr>
        <p:grpSpPr>
          <a:xfrm>
            <a:off x="1499218" y="1192396"/>
            <a:ext cx="4821696" cy="7730326"/>
            <a:chOff x="1499218" y="1192396"/>
            <a:chExt cx="4821696" cy="7730326"/>
          </a:xfrm>
        </p:grpSpPr>
        <p:sp>
          <p:nvSpPr>
            <p:cNvPr id="94" name="purple">
              <a:extLst>
                <a:ext uri="{FF2B5EF4-FFF2-40B4-BE49-F238E27FC236}">
                  <a16:creationId xmlns:a16="http://schemas.microsoft.com/office/drawing/2014/main" id="{27B78FCF-31D8-33C0-2532-6F074AF2774E}"/>
                </a:ext>
              </a:extLst>
            </p:cNvPr>
            <p:cNvSpPr/>
            <p:nvPr/>
          </p:nvSpPr>
          <p:spPr>
            <a:xfrm>
              <a:off x="1499218" y="7081027"/>
              <a:ext cx="4821696" cy="1841695"/>
            </a:xfrm>
            <a:custGeom>
              <a:avLst/>
              <a:gdLst>
                <a:gd name="connsiteX0" fmla="*/ 0 w 4821696"/>
                <a:gd name="connsiteY0" fmla="*/ 0 h 1675592"/>
                <a:gd name="connsiteX1" fmla="*/ 4821696 w 4821696"/>
                <a:gd name="connsiteY1" fmla="*/ 0 h 1675592"/>
                <a:gd name="connsiteX2" fmla="*/ 4821696 w 4821696"/>
                <a:gd name="connsiteY2" fmla="*/ 1675592 h 1675592"/>
                <a:gd name="connsiteX3" fmla="*/ 0 w 4821696"/>
                <a:gd name="connsiteY3" fmla="*/ 1675592 h 1675592"/>
                <a:gd name="connsiteX4" fmla="*/ 0 w 4821696"/>
                <a:gd name="connsiteY4" fmla="*/ 0 h 1675592"/>
                <a:gd name="connsiteX0" fmla="*/ 0 w 4821696"/>
                <a:gd name="connsiteY0" fmla="*/ 0 h 1675736"/>
                <a:gd name="connsiteX1" fmla="*/ 4821696 w 4821696"/>
                <a:gd name="connsiteY1" fmla="*/ 0 h 1675736"/>
                <a:gd name="connsiteX2" fmla="*/ 4821696 w 4821696"/>
                <a:gd name="connsiteY2" fmla="*/ 1675592 h 1675736"/>
                <a:gd name="connsiteX3" fmla="*/ 1488039 w 4821696"/>
                <a:gd name="connsiteY3" fmla="*/ 1675736 h 1675736"/>
                <a:gd name="connsiteX4" fmla="*/ 0 w 4821696"/>
                <a:gd name="connsiteY4" fmla="*/ 1675592 h 1675736"/>
                <a:gd name="connsiteX5" fmla="*/ 0 w 4821696"/>
                <a:gd name="connsiteY5" fmla="*/ 0 h 1675736"/>
                <a:gd name="connsiteX0" fmla="*/ 0 w 4821696"/>
                <a:gd name="connsiteY0" fmla="*/ 0 h 1675736"/>
                <a:gd name="connsiteX1" fmla="*/ 4821696 w 4821696"/>
                <a:gd name="connsiteY1" fmla="*/ 0 h 1675736"/>
                <a:gd name="connsiteX2" fmla="*/ 4821696 w 4821696"/>
                <a:gd name="connsiteY2" fmla="*/ 1675592 h 1675736"/>
                <a:gd name="connsiteX3" fmla="*/ 1488039 w 4821696"/>
                <a:gd name="connsiteY3" fmla="*/ 1675736 h 1675736"/>
                <a:gd name="connsiteX4" fmla="*/ 1025958 w 4821696"/>
                <a:gd name="connsiteY4" fmla="*/ 1675736 h 1675736"/>
                <a:gd name="connsiteX5" fmla="*/ 0 w 4821696"/>
                <a:gd name="connsiteY5" fmla="*/ 1675592 h 1675736"/>
                <a:gd name="connsiteX6" fmla="*/ 0 w 4821696"/>
                <a:gd name="connsiteY6" fmla="*/ 0 h 1675736"/>
                <a:gd name="connsiteX0" fmla="*/ 0 w 4821696"/>
                <a:gd name="connsiteY0" fmla="*/ 0 h 1675736"/>
                <a:gd name="connsiteX1" fmla="*/ 4821696 w 4821696"/>
                <a:gd name="connsiteY1" fmla="*/ 0 h 1675736"/>
                <a:gd name="connsiteX2" fmla="*/ 4821696 w 4821696"/>
                <a:gd name="connsiteY2" fmla="*/ 1675592 h 1675736"/>
                <a:gd name="connsiteX3" fmla="*/ 1956628 w 4821696"/>
                <a:gd name="connsiteY3" fmla="*/ 1675736 h 1675736"/>
                <a:gd name="connsiteX4" fmla="*/ 1488039 w 4821696"/>
                <a:gd name="connsiteY4" fmla="*/ 1675736 h 1675736"/>
                <a:gd name="connsiteX5" fmla="*/ 1025958 w 4821696"/>
                <a:gd name="connsiteY5" fmla="*/ 1675736 h 1675736"/>
                <a:gd name="connsiteX6" fmla="*/ 0 w 4821696"/>
                <a:gd name="connsiteY6" fmla="*/ 1675592 h 1675736"/>
                <a:gd name="connsiteX7" fmla="*/ 0 w 4821696"/>
                <a:gd name="connsiteY7" fmla="*/ 0 h 1675736"/>
                <a:gd name="connsiteX0" fmla="*/ 0 w 4821696"/>
                <a:gd name="connsiteY0" fmla="*/ 0 h 1841695"/>
                <a:gd name="connsiteX1" fmla="*/ 4821696 w 4821696"/>
                <a:gd name="connsiteY1" fmla="*/ 0 h 1841695"/>
                <a:gd name="connsiteX2" fmla="*/ 4821696 w 4821696"/>
                <a:gd name="connsiteY2" fmla="*/ 1675592 h 1841695"/>
                <a:gd name="connsiteX3" fmla="*/ 1956628 w 4821696"/>
                <a:gd name="connsiteY3" fmla="*/ 1675736 h 1841695"/>
                <a:gd name="connsiteX4" fmla="*/ 1488039 w 4821696"/>
                <a:gd name="connsiteY4" fmla="*/ 1841695 h 1841695"/>
                <a:gd name="connsiteX5" fmla="*/ 1025958 w 4821696"/>
                <a:gd name="connsiteY5" fmla="*/ 1675736 h 1841695"/>
                <a:gd name="connsiteX6" fmla="*/ 0 w 4821696"/>
                <a:gd name="connsiteY6" fmla="*/ 1675592 h 1841695"/>
                <a:gd name="connsiteX7" fmla="*/ 0 w 4821696"/>
                <a:gd name="connsiteY7" fmla="*/ 0 h 184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21696" h="1841695">
                  <a:moveTo>
                    <a:pt x="0" y="0"/>
                  </a:moveTo>
                  <a:lnTo>
                    <a:pt x="4821696" y="0"/>
                  </a:lnTo>
                  <a:lnTo>
                    <a:pt x="4821696" y="1675592"/>
                  </a:lnTo>
                  <a:lnTo>
                    <a:pt x="1956628" y="1675736"/>
                  </a:lnTo>
                  <a:lnTo>
                    <a:pt x="1488039" y="1841695"/>
                  </a:lnTo>
                  <a:lnTo>
                    <a:pt x="1025958" y="1675736"/>
                  </a:lnTo>
                  <a:lnTo>
                    <a:pt x="0" y="1675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CFF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green">
              <a:extLst>
                <a:ext uri="{FF2B5EF4-FFF2-40B4-BE49-F238E27FC236}">
                  <a16:creationId xmlns:a16="http://schemas.microsoft.com/office/drawing/2014/main" id="{E323B88B-3905-E340-4092-FD4CE7F875FB}"/>
                </a:ext>
              </a:extLst>
            </p:cNvPr>
            <p:cNvSpPr/>
            <p:nvPr/>
          </p:nvSpPr>
          <p:spPr>
            <a:xfrm>
              <a:off x="1499218" y="5868543"/>
              <a:ext cx="4821696" cy="1380155"/>
            </a:xfrm>
            <a:custGeom>
              <a:avLst/>
              <a:gdLst>
                <a:gd name="connsiteX0" fmla="*/ 0 w 4821696"/>
                <a:gd name="connsiteY0" fmla="*/ 0 h 1212484"/>
                <a:gd name="connsiteX1" fmla="*/ 4821696 w 4821696"/>
                <a:gd name="connsiteY1" fmla="*/ 0 h 1212484"/>
                <a:gd name="connsiteX2" fmla="*/ 4821696 w 4821696"/>
                <a:gd name="connsiteY2" fmla="*/ 1212484 h 1212484"/>
                <a:gd name="connsiteX3" fmla="*/ 0 w 4821696"/>
                <a:gd name="connsiteY3" fmla="*/ 1212484 h 1212484"/>
                <a:gd name="connsiteX4" fmla="*/ 0 w 4821696"/>
                <a:gd name="connsiteY4" fmla="*/ 0 h 1212484"/>
                <a:gd name="connsiteX0" fmla="*/ 0 w 4821696"/>
                <a:gd name="connsiteY0" fmla="*/ 0 h 1213901"/>
                <a:gd name="connsiteX1" fmla="*/ 4821696 w 4821696"/>
                <a:gd name="connsiteY1" fmla="*/ 0 h 1213901"/>
                <a:gd name="connsiteX2" fmla="*/ 4821696 w 4821696"/>
                <a:gd name="connsiteY2" fmla="*/ 1212484 h 1213901"/>
                <a:gd name="connsiteX3" fmla="*/ 1509989 w 4821696"/>
                <a:gd name="connsiteY3" fmla="*/ 1213901 h 1213901"/>
                <a:gd name="connsiteX4" fmla="*/ 0 w 4821696"/>
                <a:gd name="connsiteY4" fmla="*/ 1212484 h 1213901"/>
                <a:gd name="connsiteX5" fmla="*/ 0 w 4821696"/>
                <a:gd name="connsiteY5" fmla="*/ 0 h 1213901"/>
                <a:gd name="connsiteX0" fmla="*/ 0 w 4821696"/>
                <a:gd name="connsiteY0" fmla="*/ 0 h 1213901"/>
                <a:gd name="connsiteX1" fmla="*/ 4821696 w 4821696"/>
                <a:gd name="connsiteY1" fmla="*/ 0 h 1213901"/>
                <a:gd name="connsiteX2" fmla="*/ 4821696 w 4821696"/>
                <a:gd name="connsiteY2" fmla="*/ 1212484 h 1213901"/>
                <a:gd name="connsiteX3" fmla="*/ 1972177 w 4821696"/>
                <a:gd name="connsiteY3" fmla="*/ 1213901 h 1213901"/>
                <a:gd name="connsiteX4" fmla="*/ 1509989 w 4821696"/>
                <a:gd name="connsiteY4" fmla="*/ 1213901 h 1213901"/>
                <a:gd name="connsiteX5" fmla="*/ 0 w 4821696"/>
                <a:gd name="connsiteY5" fmla="*/ 1212484 h 1213901"/>
                <a:gd name="connsiteX6" fmla="*/ 0 w 4821696"/>
                <a:gd name="connsiteY6" fmla="*/ 0 h 1213901"/>
                <a:gd name="connsiteX0" fmla="*/ 0 w 4821696"/>
                <a:gd name="connsiteY0" fmla="*/ 0 h 1213901"/>
                <a:gd name="connsiteX1" fmla="*/ 4821696 w 4821696"/>
                <a:gd name="connsiteY1" fmla="*/ 0 h 1213901"/>
                <a:gd name="connsiteX2" fmla="*/ 4821696 w 4821696"/>
                <a:gd name="connsiteY2" fmla="*/ 1212484 h 1213901"/>
                <a:gd name="connsiteX3" fmla="*/ 1972177 w 4821696"/>
                <a:gd name="connsiteY3" fmla="*/ 1213901 h 1213901"/>
                <a:gd name="connsiteX4" fmla="*/ 1509989 w 4821696"/>
                <a:gd name="connsiteY4" fmla="*/ 1213901 h 1213901"/>
                <a:gd name="connsiteX5" fmla="*/ 1051127 w 4821696"/>
                <a:gd name="connsiteY5" fmla="*/ 1210576 h 1213901"/>
                <a:gd name="connsiteX6" fmla="*/ 0 w 4821696"/>
                <a:gd name="connsiteY6" fmla="*/ 1212484 h 1213901"/>
                <a:gd name="connsiteX7" fmla="*/ 0 w 4821696"/>
                <a:gd name="connsiteY7" fmla="*/ 0 h 1213901"/>
                <a:gd name="connsiteX0" fmla="*/ 0 w 4821696"/>
                <a:gd name="connsiteY0" fmla="*/ 0 h 1380155"/>
                <a:gd name="connsiteX1" fmla="*/ 4821696 w 4821696"/>
                <a:gd name="connsiteY1" fmla="*/ 0 h 1380155"/>
                <a:gd name="connsiteX2" fmla="*/ 4821696 w 4821696"/>
                <a:gd name="connsiteY2" fmla="*/ 1212484 h 1380155"/>
                <a:gd name="connsiteX3" fmla="*/ 1972177 w 4821696"/>
                <a:gd name="connsiteY3" fmla="*/ 1213901 h 1380155"/>
                <a:gd name="connsiteX4" fmla="*/ 1513314 w 4821696"/>
                <a:gd name="connsiteY4" fmla="*/ 1380155 h 1380155"/>
                <a:gd name="connsiteX5" fmla="*/ 1051127 w 4821696"/>
                <a:gd name="connsiteY5" fmla="*/ 1210576 h 1380155"/>
                <a:gd name="connsiteX6" fmla="*/ 0 w 4821696"/>
                <a:gd name="connsiteY6" fmla="*/ 1212484 h 1380155"/>
                <a:gd name="connsiteX7" fmla="*/ 0 w 4821696"/>
                <a:gd name="connsiteY7" fmla="*/ 0 h 138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21696" h="1380155">
                  <a:moveTo>
                    <a:pt x="0" y="0"/>
                  </a:moveTo>
                  <a:lnTo>
                    <a:pt x="4821696" y="0"/>
                  </a:lnTo>
                  <a:lnTo>
                    <a:pt x="4821696" y="1212484"/>
                  </a:lnTo>
                  <a:lnTo>
                    <a:pt x="1972177" y="1213901"/>
                  </a:lnTo>
                  <a:lnTo>
                    <a:pt x="1513314" y="1380155"/>
                  </a:lnTo>
                  <a:lnTo>
                    <a:pt x="1051127" y="1210576"/>
                  </a:lnTo>
                  <a:lnTo>
                    <a:pt x="0" y="12124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D6C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al">
              <a:extLst>
                <a:ext uri="{FF2B5EF4-FFF2-40B4-BE49-F238E27FC236}">
                  <a16:creationId xmlns:a16="http://schemas.microsoft.com/office/drawing/2014/main" id="{F283A95C-EFD0-0CFC-BCB1-EDA15A98B0FC}"/>
                </a:ext>
              </a:extLst>
            </p:cNvPr>
            <p:cNvSpPr/>
            <p:nvPr/>
          </p:nvSpPr>
          <p:spPr>
            <a:xfrm>
              <a:off x="1499218" y="4664252"/>
              <a:ext cx="4821696" cy="1374114"/>
            </a:xfrm>
            <a:custGeom>
              <a:avLst/>
              <a:gdLst>
                <a:gd name="connsiteX0" fmla="*/ 0 w 4821696"/>
                <a:gd name="connsiteY0" fmla="*/ 0 h 1204339"/>
                <a:gd name="connsiteX1" fmla="*/ 4821696 w 4821696"/>
                <a:gd name="connsiteY1" fmla="*/ 0 h 1204339"/>
                <a:gd name="connsiteX2" fmla="*/ 4821696 w 4821696"/>
                <a:gd name="connsiteY2" fmla="*/ 1204339 h 1204339"/>
                <a:gd name="connsiteX3" fmla="*/ 0 w 4821696"/>
                <a:gd name="connsiteY3" fmla="*/ 1204339 h 1204339"/>
                <a:gd name="connsiteX4" fmla="*/ 0 w 4821696"/>
                <a:gd name="connsiteY4" fmla="*/ 0 h 1204339"/>
                <a:gd name="connsiteX0" fmla="*/ 0 w 4821696"/>
                <a:gd name="connsiteY0" fmla="*/ 0 h 1207860"/>
                <a:gd name="connsiteX1" fmla="*/ 4821696 w 4821696"/>
                <a:gd name="connsiteY1" fmla="*/ 0 h 1207860"/>
                <a:gd name="connsiteX2" fmla="*/ 4821696 w 4821696"/>
                <a:gd name="connsiteY2" fmla="*/ 1204339 h 1207860"/>
                <a:gd name="connsiteX3" fmla="*/ 1506664 w 4821696"/>
                <a:gd name="connsiteY3" fmla="*/ 1207860 h 1207860"/>
                <a:gd name="connsiteX4" fmla="*/ 0 w 4821696"/>
                <a:gd name="connsiteY4" fmla="*/ 1204339 h 1207860"/>
                <a:gd name="connsiteX5" fmla="*/ 0 w 4821696"/>
                <a:gd name="connsiteY5" fmla="*/ 0 h 1207860"/>
                <a:gd name="connsiteX0" fmla="*/ 0 w 4821696"/>
                <a:gd name="connsiteY0" fmla="*/ 0 h 1207860"/>
                <a:gd name="connsiteX1" fmla="*/ 4821696 w 4821696"/>
                <a:gd name="connsiteY1" fmla="*/ 0 h 1207860"/>
                <a:gd name="connsiteX2" fmla="*/ 4821696 w 4821696"/>
                <a:gd name="connsiteY2" fmla="*/ 1204339 h 1207860"/>
                <a:gd name="connsiteX3" fmla="*/ 1965527 w 4821696"/>
                <a:gd name="connsiteY3" fmla="*/ 1204533 h 1207860"/>
                <a:gd name="connsiteX4" fmla="*/ 1506664 w 4821696"/>
                <a:gd name="connsiteY4" fmla="*/ 1207860 h 1207860"/>
                <a:gd name="connsiteX5" fmla="*/ 0 w 4821696"/>
                <a:gd name="connsiteY5" fmla="*/ 1204339 h 1207860"/>
                <a:gd name="connsiteX6" fmla="*/ 0 w 4821696"/>
                <a:gd name="connsiteY6" fmla="*/ 0 h 1207860"/>
                <a:gd name="connsiteX0" fmla="*/ 0 w 4821696"/>
                <a:gd name="connsiteY0" fmla="*/ 0 h 1207860"/>
                <a:gd name="connsiteX1" fmla="*/ 4821696 w 4821696"/>
                <a:gd name="connsiteY1" fmla="*/ 0 h 1207860"/>
                <a:gd name="connsiteX2" fmla="*/ 4821696 w 4821696"/>
                <a:gd name="connsiteY2" fmla="*/ 1204339 h 1207860"/>
                <a:gd name="connsiteX3" fmla="*/ 1965527 w 4821696"/>
                <a:gd name="connsiteY3" fmla="*/ 1204533 h 1207860"/>
                <a:gd name="connsiteX4" fmla="*/ 1506664 w 4821696"/>
                <a:gd name="connsiteY4" fmla="*/ 1207860 h 1207860"/>
                <a:gd name="connsiteX5" fmla="*/ 1044477 w 4821696"/>
                <a:gd name="connsiteY5" fmla="*/ 1204533 h 1207860"/>
                <a:gd name="connsiteX6" fmla="*/ 0 w 4821696"/>
                <a:gd name="connsiteY6" fmla="*/ 1204339 h 1207860"/>
                <a:gd name="connsiteX7" fmla="*/ 0 w 4821696"/>
                <a:gd name="connsiteY7" fmla="*/ 0 h 1207860"/>
                <a:gd name="connsiteX0" fmla="*/ 0 w 4821696"/>
                <a:gd name="connsiteY0" fmla="*/ 0 h 1374114"/>
                <a:gd name="connsiteX1" fmla="*/ 4821696 w 4821696"/>
                <a:gd name="connsiteY1" fmla="*/ 0 h 1374114"/>
                <a:gd name="connsiteX2" fmla="*/ 4821696 w 4821696"/>
                <a:gd name="connsiteY2" fmla="*/ 1204339 h 1374114"/>
                <a:gd name="connsiteX3" fmla="*/ 1965527 w 4821696"/>
                <a:gd name="connsiteY3" fmla="*/ 1204533 h 1374114"/>
                <a:gd name="connsiteX4" fmla="*/ 1513314 w 4821696"/>
                <a:gd name="connsiteY4" fmla="*/ 1374114 h 1374114"/>
                <a:gd name="connsiteX5" fmla="*/ 1044477 w 4821696"/>
                <a:gd name="connsiteY5" fmla="*/ 1204533 h 1374114"/>
                <a:gd name="connsiteX6" fmla="*/ 0 w 4821696"/>
                <a:gd name="connsiteY6" fmla="*/ 1204339 h 1374114"/>
                <a:gd name="connsiteX7" fmla="*/ 0 w 4821696"/>
                <a:gd name="connsiteY7" fmla="*/ 0 h 137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21696" h="1374114">
                  <a:moveTo>
                    <a:pt x="0" y="0"/>
                  </a:moveTo>
                  <a:lnTo>
                    <a:pt x="4821696" y="0"/>
                  </a:lnTo>
                  <a:lnTo>
                    <a:pt x="4821696" y="1204339"/>
                  </a:lnTo>
                  <a:lnTo>
                    <a:pt x="1965527" y="1204533"/>
                  </a:lnTo>
                  <a:lnTo>
                    <a:pt x="1513314" y="1374114"/>
                  </a:lnTo>
                  <a:lnTo>
                    <a:pt x="1044477" y="1204533"/>
                  </a:lnTo>
                  <a:lnTo>
                    <a:pt x="0" y="1204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D5CC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blu">
              <a:extLst>
                <a:ext uri="{FF2B5EF4-FFF2-40B4-BE49-F238E27FC236}">
                  <a16:creationId xmlns:a16="http://schemas.microsoft.com/office/drawing/2014/main" id="{612397CD-68F3-9A39-E242-754909B324F8}"/>
                </a:ext>
              </a:extLst>
            </p:cNvPr>
            <p:cNvSpPr/>
            <p:nvPr/>
          </p:nvSpPr>
          <p:spPr>
            <a:xfrm>
              <a:off x="1499218" y="3296724"/>
              <a:ext cx="4821696" cy="1541284"/>
            </a:xfrm>
            <a:custGeom>
              <a:avLst/>
              <a:gdLst>
                <a:gd name="connsiteX0" fmla="*/ 0 w 4821696"/>
                <a:gd name="connsiteY0" fmla="*/ 0 h 1367138"/>
                <a:gd name="connsiteX1" fmla="*/ 4821696 w 4821696"/>
                <a:gd name="connsiteY1" fmla="*/ 0 h 1367138"/>
                <a:gd name="connsiteX2" fmla="*/ 4821696 w 4821696"/>
                <a:gd name="connsiteY2" fmla="*/ 1367138 h 1367138"/>
                <a:gd name="connsiteX3" fmla="*/ 0 w 4821696"/>
                <a:gd name="connsiteY3" fmla="*/ 1367138 h 1367138"/>
                <a:gd name="connsiteX4" fmla="*/ 0 w 4821696"/>
                <a:gd name="connsiteY4" fmla="*/ 0 h 1367138"/>
                <a:gd name="connsiteX0" fmla="*/ 0 w 4821696"/>
                <a:gd name="connsiteY0" fmla="*/ 0 h 1368380"/>
                <a:gd name="connsiteX1" fmla="*/ 4821696 w 4821696"/>
                <a:gd name="connsiteY1" fmla="*/ 0 h 1368380"/>
                <a:gd name="connsiteX2" fmla="*/ 4821696 w 4821696"/>
                <a:gd name="connsiteY2" fmla="*/ 1367138 h 1368380"/>
                <a:gd name="connsiteX3" fmla="*/ 1509989 w 4821696"/>
                <a:gd name="connsiteY3" fmla="*/ 1368380 h 1368380"/>
                <a:gd name="connsiteX4" fmla="*/ 0 w 4821696"/>
                <a:gd name="connsiteY4" fmla="*/ 1367138 h 1368380"/>
                <a:gd name="connsiteX5" fmla="*/ 0 w 4821696"/>
                <a:gd name="connsiteY5" fmla="*/ 0 h 1368380"/>
                <a:gd name="connsiteX0" fmla="*/ 0 w 4821696"/>
                <a:gd name="connsiteY0" fmla="*/ 0 h 1368380"/>
                <a:gd name="connsiteX1" fmla="*/ 4821696 w 4821696"/>
                <a:gd name="connsiteY1" fmla="*/ 0 h 1368380"/>
                <a:gd name="connsiteX2" fmla="*/ 4821696 w 4821696"/>
                <a:gd name="connsiteY2" fmla="*/ 1367138 h 1368380"/>
                <a:gd name="connsiteX3" fmla="*/ 1965527 w 4821696"/>
                <a:gd name="connsiteY3" fmla="*/ 1368380 h 1368380"/>
                <a:gd name="connsiteX4" fmla="*/ 1509989 w 4821696"/>
                <a:gd name="connsiteY4" fmla="*/ 1368380 h 1368380"/>
                <a:gd name="connsiteX5" fmla="*/ 0 w 4821696"/>
                <a:gd name="connsiteY5" fmla="*/ 1367138 h 1368380"/>
                <a:gd name="connsiteX6" fmla="*/ 0 w 4821696"/>
                <a:gd name="connsiteY6" fmla="*/ 0 h 1368380"/>
                <a:gd name="connsiteX0" fmla="*/ 0 w 4821696"/>
                <a:gd name="connsiteY0" fmla="*/ 0 h 1371705"/>
                <a:gd name="connsiteX1" fmla="*/ 4821696 w 4821696"/>
                <a:gd name="connsiteY1" fmla="*/ 0 h 1371705"/>
                <a:gd name="connsiteX2" fmla="*/ 4821696 w 4821696"/>
                <a:gd name="connsiteY2" fmla="*/ 1367138 h 1371705"/>
                <a:gd name="connsiteX3" fmla="*/ 1965527 w 4821696"/>
                <a:gd name="connsiteY3" fmla="*/ 1368380 h 1371705"/>
                <a:gd name="connsiteX4" fmla="*/ 1509989 w 4821696"/>
                <a:gd name="connsiteY4" fmla="*/ 1368380 h 1371705"/>
                <a:gd name="connsiteX5" fmla="*/ 1054452 w 4821696"/>
                <a:gd name="connsiteY5" fmla="*/ 1371705 h 1371705"/>
                <a:gd name="connsiteX6" fmla="*/ 0 w 4821696"/>
                <a:gd name="connsiteY6" fmla="*/ 1367138 h 1371705"/>
                <a:gd name="connsiteX7" fmla="*/ 0 w 4821696"/>
                <a:gd name="connsiteY7" fmla="*/ 0 h 1371705"/>
                <a:gd name="connsiteX0" fmla="*/ 0 w 4821696"/>
                <a:gd name="connsiteY0" fmla="*/ 0 h 1541284"/>
                <a:gd name="connsiteX1" fmla="*/ 4821696 w 4821696"/>
                <a:gd name="connsiteY1" fmla="*/ 0 h 1541284"/>
                <a:gd name="connsiteX2" fmla="*/ 4821696 w 4821696"/>
                <a:gd name="connsiteY2" fmla="*/ 1367138 h 1541284"/>
                <a:gd name="connsiteX3" fmla="*/ 1965527 w 4821696"/>
                <a:gd name="connsiteY3" fmla="*/ 1368380 h 1541284"/>
                <a:gd name="connsiteX4" fmla="*/ 1506664 w 4821696"/>
                <a:gd name="connsiteY4" fmla="*/ 1541284 h 1541284"/>
                <a:gd name="connsiteX5" fmla="*/ 1054452 w 4821696"/>
                <a:gd name="connsiteY5" fmla="*/ 1371705 h 1541284"/>
                <a:gd name="connsiteX6" fmla="*/ 0 w 4821696"/>
                <a:gd name="connsiteY6" fmla="*/ 1367138 h 1541284"/>
                <a:gd name="connsiteX7" fmla="*/ 0 w 4821696"/>
                <a:gd name="connsiteY7" fmla="*/ 0 h 154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21696" h="1541284">
                  <a:moveTo>
                    <a:pt x="0" y="0"/>
                  </a:moveTo>
                  <a:lnTo>
                    <a:pt x="4821696" y="0"/>
                  </a:lnTo>
                  <a:lnTo>
                    <a:pt x="4821696" y="1367138"/>
                  </a:lnTo>
                  <a:lnTo>
                    <a:pt x="1965527" y="1368380"/>
                  </a:lnTo>
                  <a:lnTo>
                    <a:pt x="1506664" y="1541284"/>
                  </a:lnTo>
                  <a:lnTo>
                    <a:pt x="1054452" y="1371705"/>
                  </a:lnTo>
                  <a:lnTo>
                    <a:pt x="0" y="1367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E5F7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yel">
              <a:extLst>
                <a:ext uri="{FF2B5EF4-FFF2-40B4-BE49-F238E27FC236}">
                  <a16:creationId xmlns:a16="http://schemas.microsoft.com/office/drawing/2014/main" id="{13776150-7215-9DE9-C44A-BC810E6AA8F1}"/>
                </a:ext>
              </a:extLst>
            </p:cNvPr>
            <p:cNvSpPr/>
            <p:nvPr/>
          </p:nvSpPr>
          <p:spPr>
            <a:xfrm>
              <a:off x="1499218" y="2168972"/>
              <a:ext cx="4821696" cy="1285797"/>
            </a:xfrm>
            <a:custGeom>
              <a:avLst/>
              <a:gdLst>
                <a:gd name="connsiteX0" fmla="*/ 0 w 4821696"/>
                <a:gd name="connsiteY0" fmla="*/ 0 h 1132506"/>
                <a:gd name="connsiteX1" fmla="*/ 4821696 w 4821696"/>
                <a:gd name="connsiteY1" fmla="*/ 0 h 1132506"/>
                <a:gd name="connsiteX2" fmla="*/ 4821696 w 4821696"/>
                <a:gd name="connsiteY2" fmla="*/ 1132506 h 1132506"/>
                <a:gd name="connsiteX3" fmla="*/ 0 w 4821696"/>
                <a:gd name="connsiteY3" fmla="*/ 1132506 h 1132506"/>
                <a:gd name="connsiteX4" fmla="*/ 0 w 4821696"/>
                <a:gd name="connsiteY4" fmla="*/ 0 h 1132506"/>
                <a:gd name="connsiteX0" fmla="*/ 0 w 4821696"/>
                <a:gd name="connsiteY0" fmla="*/ 0 h 1132843"/>
                <a:gd name="connsiteX1" fmla="*/ 4821696 w 4821696"/>
                <a:gd name="connsiteY1" fmla="*/ 0 h 1132843"/>
                <a:gd name="connsiteX2" fmla="*/ 4821696 w 4821696"/>
                <a:gd name="connsiteY2" fmla="*/ 1132506 h 1132843"/>
                <a:gd name="connsiteX3" fmla="*/ 1503339 w 4821696"/>
                <a:gd name="connsiteY3" fmla="*/ 1132843 h 1132843"/>
                <a:gd name="connsiteX4" fmla="*/ 0 w 4821696"/>
                <a:gd name="connsiteY4" fmla="*/ 1132506 h 1132843"/>
                <a:gd name="connsiteX5" fmla="*/ 0 w 4821696"/>
                <a:gd name="connsiteY5" fmla="*/ 0 h 1132843"/>
                <a:gd name="connsiteX0" fmla="*/ 0 w 4821696"/>
                <a:gd name="connsiteY0" fmla="*/ 0 h 1132843"/>
                <a:gd name="connsiteX1" fmla="*/ 4821696 w 4821696"/>
                <a:gd name="connsiteY1" fmla="*/ 0 h 1132843"/>
                <a:gd name="connsiteX2" fmla="*/ 4821696 w 4821696"/>
                <a:gd name="connsiteY2" fmla="*/ 1132506 h 1132843"/>
                <a:gd name="connsiteX3" fmla="*/ 1965527 w 4821696"/>
                <a:gd name="connsiteY3" fmla="*/ 1132843 h 1132843"/>
                <a:gd name="connsiteX4" fmla="*/ 1503339 w 4821696"/>
                <a:gd name="connsiteY4" fmla="*/ 1132843 h 1132843"/>
                <a:gd name="connsiteX5" fmla="*/ 0 w 4821696"/>
                <a:gd name="connsiteY5" fmla="*/ 1132506 h 1132843"/>
                <a:gd name="connsiteX6" fmla="*/ 0 w 4821696"/>
                <a:gd name="connsiteY6" fmla="*/ 0 h 1132843"/>
                <a:gd name="connsiteX0" fmla="*/ 0 w 4821696"/>
                <a:gd name="connsiteY0" fmla="*/ 0 h 1132843"/>
                <a:gd name="connsiteX1" fmla="*/ 4821696 w 4821696"/>
                <a:gd name="connsiteY1" fmla="*/ 0 h 1132843"/>
                <a:gd name="connsiteX2" fmla="*/ 4821696 w 4821696"/>
                <a:gd name="connsiteY2" fmla="*/ 1132506 h 1132843"/>
                <a:gd name="connsiteX3" fmla="*/ 1965527 w 4821696"/>
                <a:gd name="connsiteY3" fmla="*/ 1132843 h 1132843"/>
                <a:gd name="connsiteX4" fmla="*/ 1503339 w 4821696"/>
                <a:gd name="connsiteY4" fmla="*/ 1132843 h 1132843"/>
                <a:gd name="connsiteX5" fmla="*/ 1051127 w 4821696"/>
                <a:gd name="connsiteY5" fmla="*/ 1132843 h 1132843"/>
                <a:gd name="connsiteX6" fmla="*/ 0 w 4821696"/>
                <a:gd name="connsiteY6" fmla="*/ 1132506 h 1132843"/>
                <a:gd name="connsiteX7" fmla="*/ 0 w 4821696"/>
                <a:gd name="connsiteY7" fmla="*/ 0 h 1132843"/>
                <a:gd name="connsiteX0" fmla="*/ 0 w 4821696"/>
                <a:gd name="connsiteY0" fmla="*/ 0 h 1285797"/>
                <a:gd name="connsiteX1" fmla="*/ 4821696 w 4821696"/>
                <a:gd name="connsiteY1" fmla="*/ 0 h 1285797"/>
                <a:gd name="connsiteX2" fmla="*/ 4821696 w 4821696"/>
                <a:gd name="connsiteY2" fmla="*/ 1132506 h 1285797"/>
                <a:gd name="connsiteX3" fmla="*/ 1965527 w 4821696"/>
                <a:gd name="connsiteY3" fmla="*/ 1132843 h 1285797"/>
                <a:gd name="connsiteX4" fmla="*/ 1503339 w 4821696"/>
                <a:gd name="connsiteY4" fmla="*/ 1285797 h 1285797"/>
                <a:gd name="connsiteX5" fmla="*/ 1051127 w 4821696"/>
                <a:gd name="connsiteY5" fmla="*/ 1132843 h 1285797"/>
                <a:gd name="connsiteX6" fmla="*/ 0 w 4821696"/>
                <a:gd name="connsiteY6" fmla="*/ 1132506 h 1285797"/>
                <a:gd name="connsiteX7" fmla="*/ 0 w 4821696"/>
                <a:gd name="connsiteY7" fmla="*/ 0 h 128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21696" h="1285797">
                  <a:moveTo>
                    <a:pt x="0" y="0"/>
                  </a:moveTo>
                  <a:lnTo>
                    <a:pt x="4821696" y="0"/>
                  </a:lnTo>
                  <a:lnTo>
                    <a:pt x="4821696" y="1132506"/>
                  </a:lnTo>
                  <a:lnTo>
                    <a:pt x="1965527" y="1132843"/>
                  </a:lnTo>
                  <a:lnTo>
                    <a:pt x="1503339" y="1285797"/>
                  </a:lnTo>
                  <a:lnTo>
                    <a:pt x="1051127" y="1132843"/>
                  </a:lnTo>
                  <a:lnTo>
                    <a:pt x="0" y="11325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5BB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d">
              <a:extLst>
                <a:ext uri="{FF2B5EF4-FFF2-40B4-BE49-F238E27FC236}">
                  <a16:creationId xmlns:a16="http://schemas.microsoft.com/office/drawing/2014/main" id="{66E4922B-2E5A-5B90-C150-A734BC02B8B9}"/>
                </a:ext>
              </a:extLst>
            </p:cNvPr>
            <p:cNvSpPr/>
            <p:nvPr/>
          </p:nvSpPr>
          <p:spPr>
            <a:xfrm>
              <a:off x="1499218" y="1192396"/>
              <a:ext cx="4821696" cy="1115219"/>
            </a:xfrm>
            <a:custGeom>
              <a:avLst/>
              <a:gdLst>
                <a:gd name="connsiteX0" fmla="*/ 0 w 4821696"/>
                <a:gd name="connsiteY0" fmla="*/ 0 h 981499"/>
                <a:gd name="connsiteX1" fmla="*/ 4821696 w 4821696"/>
                <a:gd name="connsiteY1" fmla="*/ 0 h 981499"/>
                <a:gd name="connsiteX2" fmla="*/ 4821696 w 4821696"/>
                <a:gd name="connsiteY2" fmla="*/ 981499 h 981499"/>
                <a:gd name="connsiteX3" fmla="*/ 0 w 4821696"/>
                <a:gd name="connsiteY3" fmla="*/ 981499 h 981499"/>
                <a:gd name="connsiteX4" fmla="*/ 0 w 4821696"/>
                <a:gd name="connsiteY4" fmla="*/ 0 h 981499"/>
                <a:gd name="connsiteX0" fmla="*/ 0 w 4821696"/>
                <a:gd name="connsiteY0" fmla="*/ 0 h 985540"/>
                <a:gd name="connsiteX1" fmla="*/ 4821696 w 4821696"/>
                <a:gd name="connsiteY1" fmla="*/ 0 h 985540"/>
                <a:gd name="connsiteX2" fmla="*/ 4821696 w 4821696"/>
                <a:gd name="connsiteY2" fmla="*/ 981499 h 985540"/>
                <a:gd name="connsiteX3" fmla="*/ 1500014 w 4821696"/>
                <a:gd name="connsiteY3" fmla="*/ 985540 h 985540"/>
                <a:gd name="connsiteX4" fmla="*/ 0 w 4821696"/>
                <a:gd name="connsiteY4" fmla="*/ 981499 h 985540"/>
                <a:gd name="connsiteX5" fmla="*/ 0 w 4821696"/>
                <a:gd name="connsiteY5" fmla="*/ 0 h 985540"/>
                <a:gd name="connsiteX0" fmla="*/ 0 w 4821696"/>
                <a:gd name="connsiteY0" fmla="*/ 0 h 985540"/>
                <a:gd name="connsiteX1" fmla="*/ 1509989 w 4821696"/>
                <a:gd name="connsiteY1" fmla="*/ 1312 h 985540"/>
                <a:gd name="connsiteX2" fmla="*/ 4821696 w 4821696"/>
                <a:gd name="connsiteY2" fmla="*/ 0 h 985540"/>
                <a:gd name="connsiteX3" fmla="*/ 4821696 w 4821696"/>
                <a:gd name="connsiteY3" fmla="*/ 981499 h 985540"/>
                <a:gd name="connsiteX4" fmla="*/ 1500014 w 4821696"/>
                <a:gd name="connsiteY4" fmla="*/ 985540 h 985540"/>
                <a:gd name="connsiteX5" fmla="*/ 0 w 4821696"/>
                <a:gd name="connsiteY5" fmla="*/ 981499 h 985540"/>
                <a:gd name="connsiteX6" fmla="*/ 0 w 4821696"/>
                <a:gd name="connsiteY6" fmla="*/ 0 h 985540"/>
                <a:gd name="connsiteX0" fmla="*/ 0 w 4821696"/>
                <a:gd name="connsiteY0" fmla="*/ 0 h 985540"/>
                <a:gd name="connsiteX1" fmla="*/ 1509989 w 4821696"/>
                <a:gd name="connsiteY1" fmla="*/ 1312 h 985540"/>
                <a:gd name="connsiteX2" fmla="*/ 4821696 w 4821696"/>
                <a:gd name="connsiteY2" fmla="*/ 0 h 985540"/>
                <a:gd name="connsiteX3" fmla="*/ 4821696 w 4821696"/>
                <a:gd name="connsiteY3" fmla="*/ 981499 h 985540"/>
                <a:gd name="connsiteX4" fmla="*/ 1965527 w 4821696"/>
                <a:gd name="connsiteY4" fmla="*/ 985539 h 985540"/>
                <a:gd name="connsiteX5" fmla="*/ 1500014 w 4821696"/>
                <a:gd name="connsiteY5" fmla="*/ 985540 h 985540"/>
                <a:gd name="connsiteX6" fmla="*/ 0 w 4821696"/>
                <a:gd name="connsiteY6" fmla="*/ 981499 h 985540"/>
                <a:gd name="connsiteX7" fmla="*/ 0 w 4821696"/>
                <a:gd name="connsiteY7" fmla="*/ 0 h 985540"/>
                <a:gd name="connsiteX0" fmla="*/ 0 w 4821696"/>
                <a:gd name="connsiteY0" fmla="*/ 0 h 985540"/>
                <a:gd name="connsiteX1" fmla="*/ 1509989 w 4821696"/>
                <a:gd name="connsiteY1" fmla="*/ 1312 h 985540"/>
                <a:gd name="connsiteX2" fmla="*/ 1962202 w 4821696"/>
                <a:gd name="connsiteY2" fmla="*/ 1312 h 985540"/>
                <a:gd name="connsiteX3" fmla="*/ 4821696 w 4821696"/>
                <a:gd name="connsiteY3" fmla="*/ 0 h 985540"/>
                <a:gd name="connsiteX4" fmla="*/ 4821696 w 4821696"/>
                <a:gd name="connsiteY4" fmla="*/ 981499 h 985540"/>
                <a:gd name="connsiteX5" fmla="*/ 1965527 w 4821696"/>
                <a:gd name="connsiteY5" fmla="*/ 985539 h 985540"/>
                <a:gd name="connsiteX6" fmla="*/ 1500014 w 4821696"/>
                <a:gd name="connsiteY6" fmla="*/ 985540 h 985540"/>
                <a:gd name="connsiteX7" fmla="*/ 0 w 4821696"/>
                <a:gd name="connsiteY7" fmla="*/ 981499 h 985540"/>
                <a:gd name="connsiteX8" fmla="*/ 0 w 4821696"/>
                <a:gd name="connsiteY8" fmla="*/ 0 h 985540"/>
                <a:gd name="connsiteX0" fmla="*/ 0 w 4821696"/>
                <a:gd name="connsiteY0" fmla="*/ 0 h 985540"/>
                <a:gd name="connsiteX1" fmla="*/ 1509989 w 4821696"/>
                <a:gd name="connsiteY1" fmla="*/ 1312 h 985540"/>
                <a:gd name="connsiteX2" fmla="*/ 1962202 w 4821696"/>
                <a:gd name="connsiteY2" fmla="*/ 1312 h 985540"/>
                <a:gd name="connsiteX3" fmla="*/ 4821696 w 4821696"/>
                <a:gd name="connsiteY3" fmla="*/ 0 h 985540"/>
                <a:gd name="connsiteX4" fmla="*/ 4821696 w 4821696"/>
                <a:gd name="connsiteY4" fmla="*/ 981499 h 985540"/>
                <a:gd name="connsiteX5" fmla="*/ 1965527 w 4821696"/>
                <a:gd name="connsiteY5" fmla="*/ 985539 h 985540"/>
                <a:gd name="connsiteX6" fmla="*/ 1500014 w 4821696"/>
                <a:gd name="connsiteY6" fmla="*/ 985540 h 985540"/>
                <a:gd name="connsiteX7" fmla="*/ 1054452 w 4821696"/>
                <a:gd name="connsiteY7" fmla="*/ 985539 h 985540"/>
                <a:gd name="connsiteX8" fmla="*/ 0 w 4821696"/>
                <a:gd name="connsiteY8" fmla="*/ 981499 h 985540"/>
                <a:gd name="connsiteX9" fmla="*/ 0 w 4821696"/>
                <a:gd name="connsiteY9" fmla="*/ 0 h 985540"/>
                <a:gd name="connsiteX0" fmla="*/ 0 w 4821696"/>
                <a:gd name="connsiteY0" fmla="*/ 0 h 985540"/>
                <a:gd name="connsiteX1" fmla="*/ 1054452 w 4821696"/>
                <a:gd name="connsiteY1" fmla="*/ 1312 h 985540"/>
                <a:gd name="connsiteX2" fmla="*/ 1509989 w 4821696"/>
                <a:gd name="connsiteY2" fmla="*/ 1312 h 985540"/>
                <a:gd name="connsiteX3" fmla="*/ 1962202 w 4821696"/>
                <a:gd name="connsiteY3" fmla="*/ 1312 h 985540"/>
                <a:gd name="connsiteX4" fmla="*/ 4821696 w 4821696"/>
                <a:gd name="connsiteY4" fmla="*/ 0 h 985540"/>
                <a:gd name="connsiteX5" fmla="*/ 4821696 w 4821696"/>
                <a:gd name="connsiteY5" fmla="*/ 981499 h 985540"/>
                <a:gd name="connsiteX6" fmla="*/ 1965527 w 4821696"/>
                <a:gd name="connsiteY6" fmla="*/ 985539 h 985540"/>
                <a:gd name="connsiteX7" fmla="*/ 1500014 w 4821696"/>
                <a:gd name="connsiteY7" fmla="*/ 985540 h 985540"/>
                <a:gd name="connsiteX8" fmla="*/ 1054452 w 4821696"/>
                <a:gd name="connsiteY8" fmla="*/ 985539 h 985540"/>
                <a:gd name="connsiteX9" fmla="*/ 0 w 4821696"/>
                <a:gd name="connsiteY9" fmla="*/ 981499 h 985540"/>
                <a:gd name="connsiteX10" fmla="*/ 0 w 4821696"/>
                <a:gd name="connsiteY10" fmla="*/ 0 h 985540"/>
                <a:gd name="connsiteX0" fmla="*/ 0 w 4821696"/>
                <a:gd name="connsiteY0" fmla="*/ 0 h 985540"/>
                <a:gd name="connsiteX1" fmla="*/ 1054452 w 4821696"/>
                <a:gd name="connsiteY1" fmla="*/ 1312 h 985540"/>
                <a:gd name="connsiteX2" fmla="*/ 1519964 w 4821696"/>
                <a:gd name="connsiteY2" fmla="*/ 111040 h 985540"/>
                <a:gd name="connsiteX3" fmla="*/ 1962202 w 4821696"/>
                <a:gd name="connsiteY3" fmla="*/ 1312 h 985540"/>
                <a:gd name="connsiteX4" fmla="*/ 4821696 w 4821696"/>
                <a:gd name="connsiteY4" fmla="*/ 0 h 985540"/>
                <a:gd name="connsiteX5" fmla="*/ 4821696 w 4821696"/>
                <a:gd name="connsiteY5" fmla="*/ 981499 h 985540"/>
                <a:gd name="connsiteX6" fmla="*/ 1965527 w 4821696"/>
                <a:gd name="connsiteY6" fmla="*/ 985539 h 985540"/>
                <a:gd name="connsiteX7" fmla="*/ 1500014 w 4821696"/>
                <a:gd name="connsiteY7" fmla="*/ 985540 h 985540"/>
                <a:gd name="connsiteX8" fmla="*/ 1054452 w 4821696"/>
                <a:gd name="connsiteY8" fmla="*/ 985539 h 985540"/>
                <a:gd name="connsiteX9" fmla="*/ 0 w 4821696"/>
                <a:gd name="connsiteY9" fmla="*/ 981499 h 985540"/>
                <a:gd name="connsiteX10" fmla="*/ 0 w 4821696"/>
                <a:gd name="connsiteY10" fmla="*/ 0 h 985540"/>
                <a:gd name="connsiteX0" fmla="*/ 0 w 4821696"/>
                <a:gd name="connsiteY0" fmla="*/ 0 h 1115219"/>
                <a:gd name="connsiteX1" fmla="*/ 1054452 w 4821696"/>
                <a:gd name="connsiteY1" fmla="*/ 1312 h 1115219"/>
                <a:gd name="connsiteX2" fmla="*/ 1519964 w 4821696"/>
                <a:gd name="connsiteY2" fmla="*/ 111040 h 1115219"/>
                <a:gd name="connsiteX3" fmla="*/ 1962202 w 4821696"/>
                <a:gd name="connsiteY3" fmla="*/ 1312 h 1115219"/>
                <a:gd name="connsiteX4" fmla="*/ 4821696 w 4821696"/>
                <a:gd name="connsiteY4" fmla="*/ 0 h 1115219"/>
                <a:gd name="connsiteX5" fmla="*/ 4821696 w 4821696"/>
                <a:gd name="connsiteY5" fmla="*/ 981499 h 1115219"/>
                <a:gd name="connsiteX6" fmla="*/ 1965527 w 4821696"/>
                <a:gd name="connsiteY6" fmla="*/ 985539 h 1115219"/>
                <a:gd name="connsiteX7" fmla="*/ 1496689 w 4821696"/>
                <a:gd name="connsiteY7" fmla="*/ 1115219 h 1115219"/>
                <a:gd name="connsiteX8" fmla="*/ 1054452 w 4821696"/>
                <a:gd name="connsiteY8" fmla="*/ 985539 h 1115219"/>
                <a:gd name="connsiteX9" fmla="*/ 0 w 4821696"/>
                <a:gd name="connsiteY9" fmla="*/ 981499 h 1115219"/>
                <a:gd name="connsiteX10" fmla="*/ 0 w 4821696"/>
                <a:gd name="connsiteY10" fmla="*/ 0 h 1115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21696" h="1115219">
                  <a:moveTo>
                    <a:pt x="0" y="0"/>
                  </a:moveTo>
                  <a:lnTo>
                    <a:pt x="1054452" y="1312"/>
                  </a:lnTo>
                  <a:lnTo>
                    <a:pt x="1519964" y="111040"/>
                  </a:lnTo>
                  <a:lnTo>
                    <a:pt x="1962202" y="1312"/>
                  </a:lnTo>
                  <a:lnTo>
                    <a:pt x="4821696" y="0"/>
                  </a:lnTo>
                  <a:lnTo>
                    <a:pt x="4821696" y="981499"/>
                  </a:lnTo>
                  <a:lnTo>
                    <a:pt x="1965527" y="985539"/>
                  </a:lnTo>
                  <a:lnTo>
                    <a:pt x="1496689" y="1115219"/>
                  </a:lnTo>
                  <a:lnTo>
                    <a:pt x="1054452" y="985539"/>
                  </a:lnTo>
                  <a:lnTo>
                    <a:pt x="0" y="981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B2BB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numbers">
            <a:extLst>
              <a:ext uri="{FF2B5EF4-FFF2-40B4-BE49-F238E27FC236}">
                <a16:creationId xmlns:a16="http://schemas.microsoft.com/office/drawing/2014/main" id="{18C111D2-BF52-2A8B-2848-CD4BD93BEEBF}"/>
              </a:ext>
            </a:extLst>
          </p:cNvPr>
          <p:cNvGrpSpPr/>
          <p:nvPr/>
        </p:nvGrpSpPr>
        <p:grpSpPr>
          <a:xfrm>
            <a:off x="1623171" y="1047750"/>
            <a:ext cx="391190" cy="6343302"/>
            <a:chOff x="1623171" y="1047750"/>
            <a:chExt cx="391190" cy="634330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1B373F0-4684-79B1-485B-2482970474E5}"/>
                </a:ext>
              </a:extLst>
            </p:cNvPr>
            <p:cNvGrpSpPr/>
            <p:nvPr/>
          </p:nvGrpSpPr>
          <p:grpSpPr>
            <a:xfrm>
              <a:off x="1623171" y="1047750"/>
              <a:ext cx="391190" cy="391190"/>
              <a:chOff x="1865455" y="560473"/>
              <a:chExt cx="391190" cy="39119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82030F3-8B04-9420-A9D5-70CB53A0A14C}"/>
                  </a:ext>
                </a:extLst>
              </p:cNvPr>
              <p:cNvSpPr/>
              <p:nvPr/>
            </p:nvSpPr>
            <p:spPr>
              <a:xfrm>
                <a:off x="1865455" y="560473"/>
                <a:ext cx="391190" cy="3911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E5B2B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E57067-DB4E-527C-F450-E984078FDBA6}"/>
                  </a:ext>
                </a:extLst>
              </p:cNvPr>
              <p:cNvSpPr txBox="1"/>
              <p:nvPr/>
            </p:nvSpPr>
            <p:spPr>
              <a:xfrm>
                <a:off x="1904597" y="57140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F3D98B4-0F0B-6F54-86EF-EEED7C1B24E8}"/>
                </a:ext>
              </a:extLst>
            </p:cNvPr>
            <p:cNvGrpSpPr/>
            <p:nvPr/>
          </p:nvGrpSpPr>
          <p:grpSpPr>
            <a:xfrm>
              <a:off x="1623171" y="2082192"/>
              <a:ext cx="391190" cy="391190"/>
              <a:chOff x="1865455" y="560473"/>
              <a:chExt cx="391190" cy="39119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B0E6D25-D0E8-02F1-3F2D-C93489C13255}"/>
                  </a:ext>
                </a:extLst>
              </p:cNvPr>
              <p:cNvSpPr/>
              <p:nvPr/>
            </p:nvSpPr>
            <p:spPr>
              <a:xfrm>
                <a:off x="1865455" y="560473"/>
                <a:ext cx="391190" cy="3911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EEE5B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A6F06A-DE86-2EF3-4964-5532D855D3B1}"/>
                  </a:ext>
                </a:extLst>
              </p:cNvPr>
              <p:cNvSpPr txBox="1"/>
              <p:nvPr/>
            </p:nvSpPr>
            <p:spPr>
              <a:xfrm>
                <a:off x="1904597" y="57140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C430537-61BE-A639-6C2E-04FAC7E17D00}"/>
                </a:ext>
              </a:extLst>
            </p:cNvPr>
            <p:cNvGrpSpPr/>
            <p:nvPr/>
          </p:nvGrpSpPr>
          <p:grpSpPr>
            <a:xfrm>
              <a:off x="1623171" y="3174798"/>
              <a:ext cx="391190" cy="391190"/>
              <a:chOff x="1865455" y="560473"/>
              <a:chExt cx="391190" cy="39119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75F3114-1D0B-24F7-B03C-A4C9862FBADF}"/>
                  </a:ext>
                </a:extLst>
              </p:cNvPr>
              <p:cNvSpPr/>
              <p:nvPr/>
            </p:nvSpPr>
            <p:spPr>
              <a:xfrm>
                <a:off x="1865455" y="560473"/>
                <a:ext cx="391190" cy="3911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3E5F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4176428-C904-5F9E-7303-C878A9822A0D}"/>
                  </a:ext>
                </a:extLst>
              </p:cNvPr>
              <p:cNvSpPr txBox="1"/>
              <p:nvPr/>
            </p:nvSpPr>
            <p:spPr>
              <a:xfrm>
                <a:off x="1904597" y="57140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857E2D3-1917-8C7F-8BCF-A82FD9972842}"/>
                </a:ext>
              </a:extLst>
            </p:cNvPr>
            <p:cNvGrpSpPr/>
            <p:nvPr/>
          </p:nvGrpSpPr>
          <p:grpSpPr>
            <a:xfrm>
              <a:off x="1623171" y="4555581"/>
              <a:ext cx="391190" cy="391190"/>
              <a:chOff x="1865455" y="560473"/>
              <a:chExt cx="391190" cy="39119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7F3DAA4-132C-A3BF-9B0E-FB7806C9C6DD}"/>
                  </a:ext>
                </a:extLst>
              </p:cNvPr>
              <p:cNvSpPr/>
              <p:nvPr/>
            </p:nvSpPr>
            <p:spPr>
              <a:xfrm>
                <a:off x="1865455" y="560473"/>
                <a:ext cx="391190" cy="3911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A1D5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52456A-6C42-5210-A9D6-17C4C11EA401}"/>
                  </a:ext>
                </a:extLst>
              </p:cNvPr>
              <p:cNvSpPr txBox="1"/>
              <p:nvPr/>
            </p:nvSpPr>
            <p:spPr>
              <a:xfrm>
                <a:off x="1904597" y="57140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1D8156A-CDC7-01AC-B38C-3BF7137409CD}"/>
                </a:ext>
              </a:extLst>
            </p:cNvPr>
            <p:cNvGrpSpPr/>
            <p:nvPr/>
          </p:nvGrpSpPr>
          <p:grpSpPr>
            <a:xfrm>
              <a:off x="1623171" y="5771454"/>
              <a:ext cx="391190" cy="391190"/>
              <a:chOff x="1865455" y="560473"/>
              <a:chExt cx="391190" cy="39119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5B4C039-268C-57B9-8173-8EACAE92B83C}"/>
                  </a:ext>
                </a:extLst>
              </p:cNvPr>
              <p:cNvSpPr/>
              <p:nvPr/>
            </p:nvSpPr>
            <p:spPr>
              <a:xfrm>
                <a:off x="1865455" y="560473"/>
                <a:ext cx="391190" cy="3911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B8D6C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9B91C5-0A35-BBC8-F9B3-E31FE6EE6610}"/>
                  </a:ext>
                </a:extLst>
              </p:cNvPr>
              <p:cNvSpPr txBox="1"/>
              <p:nvPr/>
            </p:nvSpPr>
            <p:spPr>
              <a:xfrm>
                <a:off x="1904597" y="57140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EEA980A-E020-98CA-5A3F-14465BACAA6F}"/>
                </a:ext>
              </a:extLst>
            </p:cNvPr>
            <p:cNvGrpSpPr/>
            <p:nvPr/>
          </p:nvGrpSpPr>
          <p:grpSpPr>
            <a:xfrm>
              <a:off x="1623171" y="6999862"/>
              <a:ext cx="391190" cy="391190"/>
              <a:chOff x="1865455" y="560473"/>
              <a:chExt cx="391190" cy="39119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34C3A0D-E996-FEDD-0F88-8B0AF5F0992A}"/>
                  </a:ext>
                </a:extLst>
              </p:cNvPr>
              <p:cNvSpPr/>
              <p:nvPr/>
            </p:nvSpPr>
            <p:spPr>
              <a:xfrm>
                <a:off x="1865455" y="560473"/>
                <a:ext cx="391190" cy="3911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D5CC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4B05AEB-805F-F670-C074-997CE712F613}"/>
                  </a:ext>
                </a:extLst>
              </p:cNvPr>
              <p:cNvSpPr txBox="1"/>
              <p:nvPr/>
            </p:nvSpPr>
            <p:spPr>
              <a:xfrm>
                <a:off x="1904597" y="57140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</p:grpSp>
      <p:grpSp>
        <p:nvGrpSpPr>
          <p:cNvPr id="4" name="text">
            <a:extLst>
              <a:ext uri="{FF2B5EF4-FFF2-40B4-BE49-F238E27FC236}">
                <a16:creationId xmlns:a16="http://schemas.microsoft.com/office/drawing/2014/main" id="{8A08C6C4-1CD5-AE41-9CBC-319E06306ADD}"/>
              </a:ext>
            </a:extLst>
          </p:cNvPr>
          <p:cNvGrpSpPr/>
          <p:nvPr/>
        </p:nvGrpSpPr>
        <p:grpSpPr>
          <a:xfrm>
            <a:off x="1598755" y="1438940"/>
            <a:ext cx="2311311" cy="7025055"/>
            <a:chOff x="1598755" y="1438940"/>
            <a:chExt cx="2311311" cy="702505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D67DA7-BCFD-1099-C0AD-22E9E7466537}"/>
                </a:ext>
              </a:extLst>
            </p:cNvPr>
            <p:cNvSpPr txBox="1"/>
            <p:nvPr/>
          </p:nvSpPr>
          <p:spPr>
            <a:xfrm>
              <a:off x="1598755" y="1438940"/>
              <a:ext cx="1056700" cy="589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>
                  <a:solidFill>
                    <a:srgbClr val="002060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Single Cell Data</a:t>
              </a:r>
            </a:p>
            <a:p>
              <a:pPr>
                <a:spcBef>
                  <a:spcPts val="400"/>
                </a:spcBef>
              </a:pPr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HALO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Visiopharm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5A4BB5-A32E-8E28-9FA2-87B3FBE1733C}"/>
                </a:ext>
              </a:extLst>
            </p:cNvPr>
            <p:cNvSpPr txBox="1"/>
            <p:nvPr/>
          </p:nvSpPr>
          <p:spPr>
            <a:xfrm>
              <a:off x="2297255" y="1654917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QuPath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IMC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709266-50B7-37AF-2347-30C6E4F04324}"/>
                </a:ext>
              </a:extLst>
            </p:cNvPr>
            <p:cNvSpPr txBox="1"/>
            <p:nvPr/>
          </p:nvSpPr>
          <p:spPr>
            <a:xfrm>
              <a:off x="2865580" y="1654917"/>
              <a:ext cx="63190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CSV files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2FBE57C-52E8-D924-CC81-1CD823C96506}"/>
                </a:ext>
              </a:extLst>
            </p:cNvPr>
            <p:cNvSpPr txBox="1"/>
            <p:nvPr/>
          </p:nvSpPr>
          <p:spPr>
            <a:xfrm>
              <a:off x="1598755" y="2509457"/>
              <a:ext cx="1128835" cy="589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>
                  <a:solidFill>
                    <a:srgbClr val="002060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Data Ingestion</a:t>
              </a:r>
            </a:p>
            <a:p>
              <a:pPr>
                <a:spcBef>
                  <a:spcPts val="400"/>
                </a:spcBef>
              </a:pPr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Add new annotations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Subsampling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E2A085-7B56-3365-7052-A18085F5DD7E}"/>
                </a:ext>
              </a:extLst>
            </p:cNvPr>
            <p:cNvSpPr txBox="1"/>
            <p:nvPr/>
          </p:nvSpPr>
          <p:spPr>
            <a:xfrm>
              <a:off x="2639753" y="2725435"/>
              <a:ext cx="1098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Manual phenotyping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Pin color mapping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3A2FE34-E661-B52F-B976-FDD01A73D6C4}"/>
                </a:ext>
              </a:extLst>
            </p:cNvPr>
            <p:cNvSpPr txBox="1"/>
            <p:nvPr/>
          </p:nvSpPr>
          <p:spPr>
            <a:xfrm>
              <a:off x="1598755" y="3568823"/>
              <a:ext cx="1180131" cy="86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>
                  <a:solidFill>
                    <a:srgbClr val="002060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Visualization</a:t>
              </a:r>
            </a:p>
            <a:p>
              <a:pPr>
                <a:spcBef>
                  <a:spcPts val="400"/>
                </a:spcBef>
              </a:pPr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Histogram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Boxplot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Heatmap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Hierarchical clustering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A8164FA-F886-3672-33ED-0F26047F3D94}"/>
                </a:ext>
              </a:extLst>
            </p:cNvPr>
            <p:cNvSpPr txBox="1"/>
            <p:nvPr/>
          </p:nvSpPr>
          <p:spPr>
            <a:xfrm>
              <a:off x="2636036" y="3788518"/>
              <a:ext cx="1059906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Relational heatmap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Sankey plot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Scatter plot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1A11C59-CBAF-7D3D-DB77-0F60FE9D9079}"/>
                </a:ext>
              </a:extLst>
            </p:cNvPr>
            <p:cNvSpPr txBox="1"/>
            <p:nvPr/>
          </p:nvSpPr>
          <p:spPr>
            <a:xfrm>
              <a:off x="1598755" y="4947857"/>
              <a:ext cx="1268296" cy="728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>
                  <a:solidFill>
                    <a:srgbClr val="002060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Data Preprocessing</a:t>
              </a:r>
            </a:p>
            <a:p>
              <a:pPr>
                <a:spcBef>
                  <a:spcPts val="400"/>
                </a:spcBef>
              </a:pPr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Arcsinh transformation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Quantile normalization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Rescaling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6DCA49F-128E-3591-2B47-122BD40DCFB0}"/>
                </a:ext>
              </a:extLst>
            </p:cNvPr>
            <p:cNvSpPr txBox="1"/>
            <p:nvPr/>
          </p:nvSpPr>
          <p:spPr>
            <a:xfrm>
              <a:off x="2726729" y="5167552"/>
              <a:ext cx="1183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Z-score normalization 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Batch correction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79B8BE-23CD-47D9-9376-EB8C0395021F}"/>
                </a:ext>
              </a:extLst>
            </p:cNvPr>
            <p:cNvSpPr txBox="1"/>
            <p:nvPr/>
          </p:nvSpPr>
          <p:spPr>
            <a:xfrm>
              <a:off x="1598755" y="6181925"/>
              <a:ext cx="1755609" cy="589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>
                  <a:solidFill>
                    <a:srgbClr val="002060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Clustering and Phenotyping </a:t>
              </a:r>
            </a:p>
            <a:p>
              <a:pPr>
                <a:spcBef>
                  <a:spcPts val="400"/>
                </a:spcBef>
              </a:pPr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Phenograph clustering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UTAG clustering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3CA792F-334F-D6D6-DD53-EF763967421F}"/>
                </a:ext>
              </a:extLst>
            </p:cNvPr>
            <p:cNvSpPr txBox="1"/>
            <p:nvPr/>
          </p:nvSpPr>
          <p:spPr>
            <a:xfrm>
              <a:off x="2727590" y="6394186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• </a:t>
              </a:r>
              <a:r>
                <a:rPr lang="en-US" sz="900" dirty="0" err="1">
                  <a:latin typeface="Arial Narrow" panose="020B0604020202020204" pitchFamily="34" charset="0"/>
                  <a:cs typeface="Arial Narrow" panose="020B0604020202020204" pitchFamily="34" charset="0"/>
                </a:rPr>
                <a:t>tSNE</a:t>
              </a:r>
              <a:r>
                <a:rPr lang="en-US" sz="9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/UMAP</a:t>
              </a:r>
            </a:p>
            <a:p>
              <a:r>
                <a:rPr lang="en-US" sz="90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• Spatial UMAP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AF941EB-7E10-1850-B6CF-018235EFCB92}"/>
                </a:ext>
              </a:extLst>
            </p:cNvPr>
            <p:cNvSpPr txBox="1"/>
            <p:nvPr/>
          </p:nvSpPr>
          <p:spPr>
            <a:xfrm>
              <a:off x="1598755" y="7371388"/>
              <a:ext cx="1337226" cy="1092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>
                  <a:solidFill>
                    <a:srgbClr val="002060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Spatial Analysis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Interactive spatial plot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Nearest neighbor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Cluster interaction matrix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Neighborhood enrichment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Ripley’s L</a:t>
              </a:r>
            </a:p>
            <a:p>
              <a:r>
                <a:rPr lang="en-US" sz="900">
                  <a:latin typeface="Arial Narrow" panose="020B0604020202020204" pitchFamily="34" charset="0"/>
                  <a:cs typeface="Arial Narrow" panose="020B0604020202020204" pitchFamily="34" charset="0"/>
                </a:rPr>
                <a:t>• Spatial hypothesis testing</a:t>
              </a:r>
            </a:p>
          </p:txBody>
        </p:sp>
      </p:grpSp>
      <p:grpSp>
        <p:nvGrpSpPr>
          <p:cNvPr id="3" name="images">
            <a:extLst>
              <a:ext uri="{FF2B5EF4-FFF2-40B4-BE49-F238E27FC236}">
                <a16:creationId xmlns:a16="http://schemas.microsoft.com/office/drawing/2014/main" id="{590F73FC-EB01-E6D0-98C2-C7057D3EA3FB}"/>
              </a:ext>
            </a:extLst>
          </p:cNvPr>
          <p:cNvGrpSpPr/>
          <p:nvPr/>
        </p:nvGrpSpPr>
        <p:grpSpPr>
          <a:xfrm>
            <a:off x="3103056" y="1372977"/>
            <a:ext cx="3002469" cy="6900421"/>
            <a:chOff x="3103056" y="1372977"/>
            <a:chExt cx="3002469" cy="6900421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D0E7D37E-32BE-6C9B-137B-7B8CCE70D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9079" y="1372977"/>
              <a:ext cx="952500" cy="533400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60ED52CA-FF64-5E6E-78A2-04F023B69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90559" y="2318427"/>
              <a:ext cx="1384300" cy="68580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2964741-80C2-25CB-BD49-1233EC228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5269" y="3451123"/>
              <a:ext cx="1117600" cy="81280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A9EE7FF-DD40-3835-EFBF-1078E4F7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72196" y="3451123"/>
              <a:ext cx="1028700" cy="812800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1C13AF7-F1F4-AC6D-0245-1A7E334D5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93703" y="4765119"/>
              <a:ext cx="1549400" cy="74930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DAE2B9A-0946-E145-5959-5708D424E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45221" y="6020215"/>
              <a:ext cx="863600" cy="68580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64EF5A12-9BB4-6076-2FB2-596621E52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03056" y="7435198"/>
              <a:ext cx="1117600" cy="838200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4152C7C-EAF1-486D-D763-2DD51ACE2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34068" y="7587598"/>
              <a:ext cx="787400" cy="685800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E0DCB848-F63C-2BAE-2156-FFAB22B94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267325" y="7587598"/>
              <a:ext cx="838200" cy="68580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9BBE15D5-DA89-0F9C-E2A6-010CAD513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30256" y="6020215"/>
              <a:ext cx="952500" cy="685800"/>
            </a:xfrm>
            <a:prstGeom prst="rect">
              <a:avLst/>
            </a:prstGeom>
          </p:spPr>
        </p:pic>
      </p:grpSp>
      <p:grpSp>
        <p:nvGrpSpPr>
          <p:cNvPr id="2" name="image captions">
            <a:extLst>
              <a:ext uri="{FF2B5EF4-FFF2-40B4-BE49-F238E27FC236}">
                <a16:creationId xmlns:a16="http://schemas.microsoft.com/office/drawing/2014/main" id="{21EC2629-DF42-38FF-47FC-67A50078A1B7}"/>
              </a:ext>
            </a:extLst>
          </p:cNvPr>
          <p:cNvGrpSpPr/>
          <p:nvPr/>
        </p:nvGrpSpPr>
        <p:grpSpPr>
          <a:xfrm>
            <a:off x="3161559" y="1906377"/>
            <a:ext cx="2994255" cy="6665340"/>
            <a:chOff x="3161559" y="1906377"/>
            <a:chExt cx="2994255" cy="666534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1D34ED6-A83D-1B50-5237-F24A32CB7576}"/>
                </a:ext>
              </a:extLst>
            </p:cNvPr>
            <p:cNvSpPr txBox="1"/>
            <p:nvPr/>
          </p:nvSpPr>
          <p:spPr>
            <a:xfrm>
              <a:off x="4449071" y="1906377"/>
              <a:ext cx="8643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>
                  <a:latin typeface="Arial" panose="020B0604020202020204" pitchFamily="34" charset="0"/>
                  <a:cs typeface="Arial" panose="020B0604020202020204" pitchFamily="34" charset="0"/>
                </a:rPr>
                <a:t>Single Cell Data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626A604-EDFD-04D1-C004-5682FB532D46}"/>
                </a:ext>
              </a:extLst>
            </p:cNvPr>
            <p:cNvSpPr txBox="1"/>
            <p:nvPr/>
          </p:nvSpPr>
          <p:spPr>
            <a:xfrm>
              <a:off x="3859967" y="3001752"/>
              <a:ext cx="204254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>
                  <a:latin typeface="Arial" panose="020B0604020202020204" pitchFamily="34" charset="0"/>
                  <a:cs typeface="Arial" panose="020B0604020202020204" pitchFamily="34" charset="0"/>
                </a:rPr>
                <a:t>Manual Phenotyping via Phenotypes Codes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6BB54E7-6C8B-B5B0-5ECE-EFB07E60DC03}"/>
                </a:ext>
              </a:extLst>
            </p:cNvPr>
            <p:cNvSpPr txBox="1"/>
            <p:nvPr/>
          </p:nvSpPr>
          <p:spPr>
            <a:xfrm>
              <a:off x="3742400" y="4247804"/>
              <a:ext cx="11833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Distribution of </a:t>
              </a:r>
            </a:p>
            <a:p>
              <a:pPr algn="ctr"/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annotations or features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001DCC2-DE76-5010-B870-F70A7056FDD8}"/>
                </a:ext>
              </a:extLst>
            </p:cNvPr>
            <p:cNvSpPr txBox="1"/>
            <p:nvPr/>
          </p:nvSpPr>
          <p:spPr>
            <a:xfrm>
              <a:off x="4966873" y="4247804"/>
              <a:ext cx="10775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Relation analysis</a:t>
              </a:r>
              <a:b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between annotations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20D5D88-1428-568D-78B4-12B4458E32A6}"/>
                </a:ext>
              </a:extLst>
            </p:cNvPr>
            <p:cNvSpPr txBox="1"/>
            <p:nvPr/>
          </p:nvSpPr>
          <p:spPr>
            <a:xfrm>
              <a:off x="3990612" y="5500925"/>
              <a:ext cx="17812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Feature expression</a:t>
              </a:r>
              <a:b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before vs. after z-score normalization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3E42D3A-46D2-7C56-719C-493EADA1C3C2}"/>
                </a:ext>
              </a:extLst>
            </p:cNvPr>
            <p:cNvSpPr txBox="1"/>
            <p:nvPr/>
          </p:nvSpPr>
          <p:spPr>
            <a:xfrm>
              <a:off x="3652320" y="6704250"/>
              <a:ext cx="1308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Clustering and</a:t>
              </a:r>
              <a:b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phenotyping identification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5E9ADF4-6E49-339F-1C3A-6DAD5D3CBDAA}"/>
                </a:ext>
              </a:extLst>
            </p:cNvPr>
            <p:cNvSpPr txBox="1"/>
            <p:nvPr/>
          </p:nvSpPr>
          <p:spPr>
            <a:xfrm>
              <a:off x="4816986" y="6704250"/>
              <a:ext cx="13388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Hierarchical clustering and</a:t>
              </a:r>
              <a:b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feature expression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6299130-4828-93F6-9898-20097249973F}"/>
                </a:ext>
              </a:extLst>
            </p:cNvPr>
            <p:cNvSpPr txBox="1"/>
            <p:nvPr/>
          </p:nvSpPr>
          <p:spPr>
            <a:xfrm>
              <a:off x="3161559" y="8263940"/>
              <a:ext cx="100059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Spatial distribution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BA28BBD-73ED-C8EF-E11C-21F8F0907ABD}"/>
                </a:ext>
              </a:extLst>
            </p:cNvPr>
            <p:cNvSpPr txBox="1"/>
            <p:nvPr/>
          </p:nvSpPr>
          <p:spPr>
            <a:xfrm>
              <a:off x="4330950" y="8263940"/>
              <a:ext cx="7954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Neighborhood</a:t>
              </a:r>
              <a:b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enrichment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194DBCE-68E4-C3E6-B418-7679151AE215}"/>
                </a:ext>
              </a:extLst>
            </p:cNvPr>
            <p:cNvSpPr txBox="1"/>
            <p:nvPr/>
          </p:nvSpPr>
          <p:spPr>
            <a:xfrm>
              <a:off x="5382774" y="8263940"/>
              <a:ext cx="60946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Ripley’s 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170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916</TotalTime>
  <Words>155</Words>
  <Application>Microsoft Macintosh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Meyer, Joseph (NIH/NCI) [C]</dc:creator>
  <cp:lastModifiedBy>Liu, Fang (NIH/NCI) [C]</cp:lastModifiedBy>
  <cp:revision>12</cp:revision>
  <dcterms:created xsi:type="dcterms:W3CDTF">2025-03-28T13:43:22Z</dcterms:created>
  <dcterms:modified xsi:type="dcterms:W3CDTF">2025-12-12T00:50:19Z</dcterms:modified>
</cp:coreProperties>
</file>